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7FC676-A346-441A-80A4-01337910498F}" v="4" dt="2026-09-12T00:07:07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leigh Bibbler" userId="9331dca644cd4886" providerId="LiveId" clId="{8C8D63F5-20EE-43ED-B3DE-A7C0D4DDE830}"/>
    <pc:docChg chg="custSel addSld modSld">
      <pc:chgData name="Ashleigh Bibbler" userId="9331dca644cd4886" providerId="LiveId" clId="{8C8D63F5-20EE-43ED-B3DE-A7C0D4DDE830}" dt="2026-09-12T00:11:07.151" v="268" actId="207"/>
      <pc:docMkLst>
        <pc:docMk/>
      </pc:docMkLst>
      <pc:sldChg chg="addSp modSp mod">
        <pc:chgData name="Ashleigh Bibbler" userId="9331dca644cd4886" providerId="LiveId" clId="{8C8D63F5-20EE-43ED-B3DE-A7C0D4DDE830}" dt="2026-09-12T00:06:10.509" v="188" actId="20577"/>
        <pc:sldMkLst>
          <pc:docMk/>
          <pc:sldMk cId="2169387781" sldId="258"/>
        </pc:sldMkLst>
        <pc:spChg chg="mod">
          <ac:chgData name="Ashleigh Bibbler" userId="9331dca644cd4886" providerId="LiveId" clId="{8C8D63F5-20EE-43ED-B3DE-A7C0D4DDE830}" dt="2026-09-12T00:05:58.753" v="171" actId="1076"/>
          <ac:spMkLst>
            <pc:docMk/>
            <pc:sldMk cId="2169387781" sldId="258"/>
            <ac:spMk id="15" creationId="{317032AC-290E-0390-9684-DD3186826F9D}"/>
          </ac:spMkLst>
        </pc:spChg>
        <pc:spChg chg="mod">
          <ac:chgData name="Ashleigh Bibbler" userId="9331dca644cd4886" providerId="LiveId" clId="{8C8D63F5-20EE-43ED-B3DE-A7C0D4DDE830}" dt="2026-09-12T00:05:55.287" v="170" actId="1076"/>
          <ac:spMkLst>
            <pc:docMk/>
            <pc:sldMk cId="2169387781" sldId="258"/>
            <ac:spMk id="24" creationId="{D3946CA2-4B16-8226-33E4-D44E82DBB504}"/>
          </ac:spMkLst>
        </pc:spChg>
        <pc:spChg chg="add mod">
          <ac:chgData name="Ashleigh Bibbler" userId="9331dca644cd4886" providerId="LiveId" clId="{8C8D63F5-20EE-43ED-B3DE-A7C0D4DDE830}" dt="2026-09-12T00:06:10.509" v="188" actId="20577"/>
          <ac:spMkLst>
            <pc:docMk/>
            <pc:sldMk cId="2169387781" sldId="258"/>
            <ac:spMk id="26" creationId="{7C9A070C-88FD-FB1F-9805-21EDD2E6C176}"/>
          </ac:spMkLst>
        </pc:spChg>
      </pc:sldChg>
      <pc:sldChg chg="addSp delSp modSp new mod">
        <pc:chgData name="Ashleigh Bibbler" userId="9331dca644cd4886" providerId="LiveId" clId="{8C8D63F5-20EE-43ED-B3DE-A7C0D4DDE830}" dt="2026-09-12T00:11:07.151" v="268" actId="207"/>
        <pc:sldMkLst>
          <pc:docMk/>
          <pc:sldMk cId="127390068" sldId="260"/>
        </pc:sldMkLst>
        <pc:spChg chg="mod">
          <ac:chgData name="Ashleigh Bibbler" userId="9331dca644cd4886" providerId="LiveId" clId="{8C8D63F5-20EE-43ED-B3DE-A7C0D4DDE830}" dt="2026-09-11T23:57:41.720" v="19" actId="20577"/>
          <ac:spMkLst>
            <pc:docMk/>
            <pc:sldMk cId="127390068" sldId="260"/>
            <ac:spMk id="2" creationId="{06923BC1-8F70-6B5B-2FC8-0DBC1E5BA1F8}"/>
          </ac:spMkLst>
        </pc:spChg>
        <pc:spChg chg="del mod">
          <ac:chgData name="Ashleigh Bibbler" userId="9331dca644cd4886" providerId="LiveId" clId="{8C8D63F5-20EE-43ED-B3DE-A7C0D4DDE830}" dt="2026-09-11T23:57:58.400" v="31" actId="478"/>
          <ac:spMkLst>
            <pc:docMk/>
            <pc:sldMk cId="127390068" sldId="260"/>
            <ac:spMk id="3" creationId="{BCB9D12A-C4D2-8E51-DB2E-7D86CB8F8617}"/>
          </ac:spMkLst>
        </pc:spChg>
        <pc:spChg chg="add mod">
          <ac:chgData name="Ashleigh Bibbler" userId="9331dca644cd4886" providerId="LiveId" clId="{8C8D63F5-20EE-43ED-B3DE-A7C0D4DDE830}" dt="2026-09-12T00:06:34.517" v="192" actId="1076"/>
          <ac:spMkLst>
            <pc:docMk/>
            <pc:sldMk cId="127390068" sldId="260"/>
            <ac:spMk id="4" creationId="{8883D272-82D3-5586-AC20-7FF7E3A26C25}"/>
          </ac:spMkLst>
        </pc:spChg>
        <pc:spChg chg="add mod">
          <ac:chgData name="Ashleigh Bibbler" userId="9331dca644cd4886" providerId="LiveId" clId="{8C8D63F5-20EE-43ED-B3DE-A7C0D4DDE830}" dt="2026-09-12T00:06:34.517" v="192" actId="1076"/>
          <ac:spMkLst>
            <pc:docMk/>
            <pc:sldMk cId="127390068" sldId="260"/>
            <ac:spMk id="5" creationId="{A4593D8F-75F7-DF98-426C-0767C5E5A44A}"/>
          </ac:spMkLst>
        </pc:spChg>
        <pc:spChg chg="add mod">
          <ac:chgData name="Ashleigh Bibbler" userId="9331dca644cd4886" providerId="LiveId" clId="{8C8D63F5-20EE-43ED-B3DE-A7C0D4DDE830}" dt="2026-09-12T00:06:34.517" v="192" actId="1076"/>
          <ac:spMkLst>
            <pc:docMk/>
            <pc:sldMk cId="127390068" sldId="260"/>
            <ac:spMk id="6" creationId="{5F37CEB8-25BF-647A-A42F-C16401F86A2D}"/>
          </ac:spMkLst>
        </pc:spChg>
        <pc:spChg chg="add mod">
          <ac:chgData name="Ashleigh Bibbler" userId="9331dca644cd4886" providerId="LiveId" clId="{8C8D63F5-20EE-43ED-B3DE-A7C0D4DDE830}" dt="2026-09-12T00:06:38.779" v="193" actId="1076"/>
          <ac:spMkLst>
            <pc:docMk/>
            <pc:sldMk cId="127390068" sldId="260"/>
            <ac:spMk id="8" creationId="{BE6A34FA-D531-D555-F253-9F4390AB8F7A}"/>
          </ac:spMkLst>
        </pc:spChg>
        <pc:spChg chg="add mod">
          <ac:chgData name="Ashleigh Bibbler" userId="9331dca644cd4886" providerId="LiveId" clId="{8C8D63F5-20EE-43ED-B3DE-A7C0D4DDE830}" dt="2026-09-12T00:11:07.151" v="268" actId="207"/>
          <ac:spMkLst>
            <pc:docMk/>
            <pc:sldMk cId="127390068" sldId="260"/>
            <ac:spMk id="9" creationId="{06832B2B-90F9-BF7A-4085-14E3B6502670}"/>
          </ac:spMkLst>
        </pc:spChg>
        <pc:spChg chg="add mod">
          <ac:chgData name="Ashleigh Bibbler" userId="9331dca644cd4886" providerId="LiveId" clId="{8C8D63F5-20EE-43ED-B3DE-A7C0D4DDE830}" dt="2026-09-12T00:08:51.750" v="266" actId="207"/>
          <ac:spMkLst>
            <pc:docMk/>
            <pc:sldMk cId="127390068" sldId="260"/>
            <ac:spMk id="10" creationId="{F5A23B4C-4983-22D1-3B4D-B3EAD9D056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4E47D-AF57-81F4-841C-1DF6A09E3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B8DB6-0391-EBFB-5159-FF98E3845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C572F-03BC-6D47-1F54-74AC85B6F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2643-DFD3-40C1-A028-4D661FED953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B2A03-BCBF-DE58-80B3-A50D39FC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DA556-6CC9-A5E9-FF20-E31744FA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51B5-6F38-4644-9DA4-9408EF3D9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48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24A4E-43CB-5718-7AF8-F4250A6B3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330D7-AC8B-4269-A51F-19DCE0F52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9F5E1-C52E-E380-3FCD-B9938E7DE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2643-DFD3-40C1-A028-4D661FED953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79966-34D8-CE0D-3599-F30BCDFF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ABE73-BFE4-57D6-A08A-2B1F8B77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51B5-6F38-4644-9DA4-9408EF3D9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38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6F43A-51AA-63AB-6CDB-7AF93C20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111B6-9896-5360-577D-F9E83C755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4ECD1-A491-25D6-7B9F-F20DBDEF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2643-DFD3-40C1-A028-4D661FED953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E14A0-684B-D914-925E-3C1B105FC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C714E-E409-ACD7-44EF-AE6C9BA8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51B5-6F38-4644-9DA4-9408EF3D9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7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11651-1CE0-1118-3DD1-EC2B700E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CE930-8461-7C89-7F65-59F9C8257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C88EC-3A0F-3155-413D-069321800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E8CD3-026D-4FA9-284F-E0C16323B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2643-DFD3-40C1-A028-4D661FED953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80081-32EB-B940-EF49-5F2BA6338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2AE9E-D818-01E1-6C9E-46CE0DC3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51B5-6F38-4644-9DA4-9408EF3D9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55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1F56E-311A-98A6-3C8C-B1A74FEB1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94E46-1283-4B37-6D67-EDF768A8F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3F06F-5195-D38D-8E07-6400A6E71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AA5B5-91CF-0F22-615A-73AE86D23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D84579-6EE1-851C-04BB-42171B6FA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1678F0-687B-A834-4FFD-D752C468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2643-DFD3-40C1-A028-4D661FED953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189B2C-F1A0-F7E1-3206-9E26D2C8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64F19-EF02-C50B-75D5-AF8CB4C0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51B5-6F38-4644-9DA4-9408EF3D9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46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C4E2-B966-488B-340A-0E4FAC69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215A5-CDBB-B62D-69C9-2FAE0025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2643-DFD3-40C1-A028-4D661FED953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22812-FE5D-DDFD-FAD9-035825DFA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43BF0-0579-375E-B95F-43E33557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51B5-6F38-4644-9DA4-9408EF3D9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0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CED80-0CF2-F417-0672-AC71832EC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2643-DFD3-40C1-A028-4D661FED953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76BDD1-9534-4998-23E6-6EF1B769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ADE8C-8015-8B44-0CF9-15C65A74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51B5-6F38-4644-9DA4-9408EF3D9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7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EF4CE-AAC2-72BD-0077-BCBC3FBEE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29068-CA83-88FF-BD74-53B50F735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573055-E3F7-1FF0-4187-027AC8ADD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48C7A-10DB-C03D-2EB8-26077F435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2643-DFD3-40C1-A028-4D661FED953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9066D-3C5E-B096-795D-BAFE9678B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D4AAD-A0BE-4AE0-7988-BB74E3E9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51B5-6F38-4644-9DA4-9408EF3D9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43B2-2EB3-0891-2D14-59653FEAC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F2960-E657-282C-0E54-4CBC08CBB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3D40B-0E9F-DDEA-9962-123C4D418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1A399-95C5-918D-0D4F-F1E91691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2643-DFD3-40C1-A028-4D661FED953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10927-6B22-15F1-C063-9F6FB61DF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E9742-3332-4BDF-3A9B-6F5C7F53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51B5-6F38-4644-9DA4-9408EF3D9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37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2116-09CD-6718-367D-092AE192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D92CA-E9D8-A2F9-6880-D0E067313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F2671-D03E-7F4B-E630-C928DBE64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2643-DFD3-40C1-A028-4D661FED953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1C379-74B2-6D2A-4055-446614B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A20E9-BA51-1E55-9466-048A6EBC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51B5-6F38-4644-9DA4-9408EF3D9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37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BF7C06-F973-0C4F-6EA1-6D8DAF4D2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43318-D9BD-0C05-2E35-61961534F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30352-D733-8FA6-77B2-DB54D3EA4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2643-DFD3-40C1-A028-4D661FED953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3911D-219D-BF79-55B4-B23CE11F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DAB0F-51DA-0202-1295-376C13D8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51B5-6F38-4644-9DA4-9408EF3D9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40328-8F33-C0B7-5695-A8918F962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0AA8E-A6D4-98DD-34EC-8F5565E35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ABD6C-6F8C-793E-7799-D961164374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9F2643-DFD3-40C1-A028-4D661FED953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1229E-9E15-6EA0-43EF-A36EB101D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A132B-5948-4918-7C77-A8896BC26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D251B5-6F38-4644-9DA4-9408EF3D9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47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025E3D9-2A18-2445-8FC5-BE78CB247D8A}"/>
              </a:ext>
            </a:extLst>
          </p:cNvPr>
          <p:cNvSpPr/>
          <p:nvPr/>
        </p:nvSpPr>
        <p:spPr>
          <a:xfrm>
            <a:off x="914400" y="3244859"/>
            <a:ext cx="3520440" cy="9143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Leave 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C4AC7-9B4D-D932-DCAC-4B7831DFFB9D}"/>
              </a:ext>
            </a:extLst>
          </p:cNvPr>
          <p:cNvSpPr>
            <a:spLocks/>
          </p:cNvSpPr>
          <p:nvPr/>
        </p:nvSpPr>
        <p:spPr>
          <a:xfrm>
            <a:off x="1014984" y="1446538"/>
            <a:ext cx="3520440" cy="9143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89530-10CA-39F5-128B-740DE3480D89}"/>
              </a:ext>
            </a:extLst>
          </p:cNvPr>
          <p:cNvSpPr txBox="1"/>
          <p:nvPr/>
        </p:nvSpPr>
        <p:spPr>
          <a:xfrm>
            <a:off x="490728" y="756273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QC Labs Order tracker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28023E-993C-6A71-6986-DBCD89289EE9}"/>
              </a:ext>
            </a:extLst>
          </p:cNvPr>
          <p:cNvSpPr txBox="1"/>
          <p:nvPr/>
        </p:nvSpPr>
        <p:spPr>
          <a:xfrm>
            <a:off x="1280160" y="1719072"/>
            <a:ext cx="4142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View Recent Orders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DA98BC-B9ED-199C-A4DD-E5E7504B52FA}"/>
              </a:ext>
            </a:extLst>
          </p:cNvPr>
          <p:cNvSpPr/>
          <p:nvPr/>
        </p:nvSpPr>
        <p:spPr>
          <a:xfrm>
            <a:off x="7357872" y="1446538"/>
            <a:ext cx="283464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New Order Entry</a:t>
            </a:r>
          </a:p>
        </p:txBody>
      </p:sp>
      <p:pic>
        <p:nvPicPr>
          <p:cNvPr id="11" name="Graphic 10" descr="Exit outline">
            <a:extLst>
              <a:ext uri="{FF2B5EF4-FFF2-40B4-BE49-F238E27FC236}">
                <a16:creationId xmlns:a16="http://schemas.microsoft.com/office/drawing/2014/main" id="{AAE12295-9816-5378-1C4C-CFD7E20483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4701" y="3471934"/>
            <a:ext cx="986957" cy="77500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149FA54-405F-09E3-A1AE-666949270B46}"/>
              </a:ext>
            </a:extLst>
          </p:cNvPr>
          <p:cNvSpPr/>
          <p:nvPr/>
        </p:nvSpPr>
        <p:spPr>
          <a:xfrm>
            <a:off x="7443216" y="3244858"/>
            <a:ext cx="283464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Order Entry</a:t>
            </a:r>
          </a:p>
        </p:txBody>
      </p:sp>
    </p:spTree>
    <p:extLst>
      <p:ext uri="{BB962C8B-B14F-4D97-AF65-F5344CB8AC3E}">
        <p14:creationId xmlns:p14="http://schemas.microsoft.com/office/powerpoint/2010/main" val="2354271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393715-741C-10D0-26AE-FFB6B2991E01}"/>
              </a:ext>
            </a:extLst>
          </p:cNvPr>
          <p:cNvSpPr txBox="1"/>
          <p:nvPr/>
        </p:nvSpPr>
        <p:spPr>
          <a:xfrm>
            <a:off x="3831336" y="987552"/>
            <a:ext cx="3931920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New Order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E574F7-0094-A543-0BE9-884624B841DC}"/>
              </a:ext>
            </a:extLst>
          </p:cNvPr>
          <p:cNvSpPr/>
          <p:nvPr/>
        </p:nvSpPr>
        <p:spPr>
          <a:xfrm>
            <a:off x="1517904" y="1783080"/>
            <a:ext cx="3255264" cy="4663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ID: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343E92-979B-7CCA-FEA4-6CF13BF9C837}"/>
              </a:ext>
            </a:extLst>
          </p:cNvPr>
          <p:cNvSpPr/>
          <p:nvPr/>
        </p:nvSpPr>
        <p:spPr>
          <a:xfrm>
            <a:off x="1517904" y="2962656"/>
            <a:ext cx="3255264" cy="4663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Estimated Cost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8E25B0-86AA-3C45-CAF9-4D4BB6D2171C}"/>
              </a:ext>
            </a:extLst>
          </p:cNvPr>
          <p:cNvSpPr/>
          <p:nvPr/>
        </p:nvSpPr>
        <p:spPr>
          <a:xfrm>
            <a:off x="6135624" y="1783080"/>
            <a:ext cx="3255264" cy="4663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Status (default pending)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7032AC-290E-0390-9684-DD3186826F9D}"/>
              </a:ext>
            </a:extLst>
          </p:cNvPr>
          <p:cNvSpPr/>
          <p:nvPr/>
        </p:nvSpPr>
        <p:spPr>
          <a:xfrm>
            <a:off x="6135624" y="2962656"/>
            <a:ext cx="3255264" cy="4663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Username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F6EBC-C717-99A2-2190-85E3C65DF797}"/>
              </a:ext>
            </a:extLst>
          </p:cNvPr>
          <p:cNvSpPr/>
          <p:nvPr/>
        </p:nvSpPr>
        <p:spPr>
          <a:xfrm>
            <a:off x="1517904" y="4066032"/>
            <a:ext cx="3255264" cy="4663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 Submitted</a:t>
            </a:r>
          </a:p>
        </p:txBody>
      </p:sp>
      <p:pic>
        <p:nvPicPr>
          <p:cNvPr id="21" name="Graphic 20" descr="Home with solid fill">
            <a:extLst>
              <a:ext uri="{FF2B5EF4-FFF2-40B4-BE49-F238E27FC236}">
                <a16:creationId xmlns:a16="http://schemas.microsoft.com/office/drawing/2014/main" id="{CE10E820-7254-F29E-0134-415E9FDFBB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88336" y="5376672"/>
            <a:ext cx="914400" cy="914400"/>
          </a:xfrm>
          <a:prstGeom prst="rect">
            <a:avLst/>
          </a:prstGeom>
        </p:spPr>
      </p:pic>
      <p:pic>
        <p:nvPicPr>
          <p:cNvPr id="23" name="Graphic 22" descr="Exit with solid fill">
            <a:extLst>
              <a:ext uri="{FF2B5EF4-FFF2-40B4-BE49-F238E27FC236}">
                <a16:creationId xmlns:a16="http://schemas.microsoft.com/office/drawing/2014/main" id="{E00CDDEA-A443-B47A-C631-5892E4AAD2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056" y="5495544"/>
            <a:ext cx="914400" cy="914400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D3946CA2-4B16-8226-33E4-D44E82DBB504}"/>
              </a:ext>
            </a:extLst>
          </p:cNvPr>
          <p:cNvSpPr/>
          <p:nvPr/>
        </p:nvSpPr>
        <p:spPr>
          <a:xfrm>
            <a:off x="4306824" y="5419344"/>
            <a:ext cx="229514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Submit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9A070C-88FD-FB1F-9805-21EDD2E6C176}"/>
              </a:ext>
            </a:extLst>
          </p:cNvPr>
          <p:cNvSpPr/>
          <p:nvPr/>
        </p:nvSpPr>
        <p:spPr>
          <a:xfrm>
            <a:off x="6135624" y="4006596"/>
            <a:ext cx="3255264" cy="4663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Lab Designation</a:t>
            </a:r>
          </a:p>
        </p:txBody>
      </p:sp>
    </p:spTree>
    <p:extLst>
      <p:ext uri="{BB962C8B-B14F-4D97-AF65-F5344CB8AC3E}">
        <p14:creationId xmlns:p14="http://schemas.microsoft.com/office/powerpoint/2010/main" val="216938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50195-DFD9-7629-39AB-B456FB26B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AEF8E4-EC0E-2B55-B5FC-8DEA63BB69C2}"/>
              </a:ext>
            </a:extLst>
          </p:cNvPr>
          <p:cNvSpPr txBox="1"/>
          <p:nvPr/>
        </p:nvSpPr>
        <p:spPr>
          <a:xfrm>
            <a:off x="3831336" y="987552"/>
            <a:ext cx="3931920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Update Order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CA7F54-55AC-9FA8-2763-82BEC96627C1}"/>
              </a:ext>
            </a:extLst>
          </p:cNvPr>
          <p:cNvSpPr/>
          <p:nvPr/>
        </p:nvSpPr>
        <p:spPr>
          <a:xfrm>
            <a:off x="1517904" y="1783080"/>
            <a:ext cx="3255264" cy="4663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ID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A94036-A3E2-094F-FB70-4CF17D8BACC0}"/>
              </a:ext>
            </a:extLst>
          </p:cNvPr>
          <p:cNvSpPr/>
          <p:nvPr/>
        </p:nvSpPr>
        <p:spPr>
          <a:xfrm>
            <a:off x="1517904" y="2962656"/>
            <a:ext cx="3255264" cy="4663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Estimated Cost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1C9E26-4F3E-DC88-3EFA-72992DFF14EB}"/>
              </a:ext>
            </a:extLst>
          </p:cNvPr>
          <p:cNvSpPr/>
          <p:nvPr/>
        </p:nvSpPr>
        <p:spPr>
          <a:xfrm>
            <a:off x="6135624" y="1783080"/>
            <a:ext cx="3255264" cy="4663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Status (default pending)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7D2848-3CE7-C8A6-86D1-67481131C3E3}"/>
              </a:ext>
            </a:extLst>
          </p:cNvPr>
          <p:cNvSpPr/>
          <p:nvPr/>
        </p:nvSpPr>
        <p:spPr>
          <a:xfrm>
            <a:off x="6135624" y="2962656"/>
            <a:ext cx="3255264" cy="4663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Username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840E0A-6AAD-D87D-7FDC-5B5409D8B03B}"/>
              </a:ext>
            </a:extLst>
          </p:cNvPr>
          <p:cNvSpPr/>
          <p:nvPr/>
        </p:nvSpPr>
        <p:spPr>
          <a:xfrm>
            <a:off x="1517904" y="4066032"/>
            <a:ext cx="3255264" cy="4663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 Modified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26214F7-4B4C-B19B-1AE9-6341EACC8792}"/>
              </a:ext>
            </a:extLst>
          </p:cNvPr>
          <p:cNvSpPr/>
          <p:nvPr/>
        </p:nvSpPr>
        <p:spPr>
          <a:xfrm>
            <a:off x="6620256" y="3867912"/>
            <a:ext cx="229514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</a:p>
        </p:txBody>
      </p:sp>
      <p:pic>
        <p:nvPicPr>
          <p:cNvPr id="7" name="Graphic 6" descr="Home with solid fill">
            <a:extLst>
              <a:ext uri="{FF2B5EF4-FFF2-40B4-BE49-F238E27FC236}">
                <a16:creationId xmlns:a16="http://schemas.microsoft.com/office/drawing/2014/main" id="{39B05F59-5863-AEDC-9C58-8FB26F751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88336" y="5376672"/>
            <a:ext cx="914400" cy="914400"/>
          </a:xfrm>
          <a:prstGeom prst="rect">
            <a:avLst/>
          </a:prstGeom>
        </p:spPr>
      </p:pic>
      <p:pic>
        <p:nvPicPr>
          <p:cNvPr id="10" name="Graphic 9" descr="Exit with solid fill">
            <a:extLst>
              <a:ext uri="{FF2B5EF4-FFF2-40B4-BE49-F238E27FC236}">
                <a16:creationId xmlns:a16="http://schemas.microsoft.com/office/drawing/2014/main" id="{16F4168F-288A-6932-C426-F4B4DAC06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056" y="54955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5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9D4E8B-DDF4-E7DC-F202-2B1FCEF97297}"/>
              </a:ext>
            </a:extLst>
          </p:cNvPr>
          <p:cNvSpPr txBox="1"/>
          <p:nvPr/>
        </p:nvSpPr>
        <p:spPr>
          <a:xfrm>
            <a:off x="2688336" y="777240"/>
            <a:ext cx="652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Recent Orders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05B265-241B-2537-B2FC-B06779B1F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29296"/>
              </p:ext>
            </p:extLst>
          </p:nvPr>
        </p:nvGraphicFramePr>
        <p:xfrm>
          <a:off x="2190495" y="1414610"/>
          <a:ext cx="7264401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840337975"/>
                    </a:ext>
                  </a:extLst>
                </a:gridCol>
                <a:gridCol w="1293514">
                  <a:extLst>
                    <a:ext uri="{9D8B030D-6E8A-4147-A177-3AD203B41FA5}">
                      <a16:colId xmlns:a16="http://schemas.microsoft.com/office/drawing/2014/main" val="1743290847"/>
                    </a:ext>
                  </a:extLst>
                </a:gridCol>
                <a:gridCol w="1028772">
                  <a:extLst>
                    <a:ext uri="{9D8B030D-6E8A-4147-A177-3AD203B41FA5}">
                      <a16:colId xmlns:a16="http://schemas.microsoft.com/office/drawing/2014/main" val="3266224061"/>
                    </a:ext>
                  </a:extLst>
                </a:gridCol>
                <a:gridCol w="1357812">
                  <a:extLst>
                    <a:ext uri="{9D8B030D-6E8A-4147-A177-3AD203B41FA5}">
                      <a16:colId xmlns:a16="http://schemas.microsoft.com/office/drawing/2014/main" val="306982879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67353919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687877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Estimated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 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 Last Modified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185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849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573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869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54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27979"/>
                  </a:ext>
                </a:extLst>
              </a:tr>
            </a:tbl>
          </a:graphicData>
        </a:graphic>
      </p:graphicFrame>
      <p:pic>
        <p:nvPicPr>
          <p:cNvPr id="7" name="Graphic 6" descr="Home with solid fill">
            <a:extLst>
              <a:ext uri="{FF2B5EF4-FFF2-40B4-BE49-F238E27FC236}">
                <a16:creationId xmlns:a16="http://schemas.microsoft.com/office/drawing/2014/main" id="{FC359BA8-C570-D157-0EE2-3A04C8CEC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88336" y="5376672"/>
            <a:ext cx="914400" cy="914400"/>
          </a:xfrm>
          <a:prstGeom prst="rect">
            <a:avLst/>
          </a:prstGeom>
        </p:spPr>
      </p:pic>
      <p:pic>
        <p:nvPicPr>
          <p:cNvPr id="9" name="Graphic 8" descr="Exit with solid fill">
            <a:extLst>
              <a:ext uri="{FF2B5EF4-FFF2-40B4-BE49-F238E27FC236}">
                <a16:creationId xmlns:a16="http://schemas.microsoft.com/office/drawing/2014/main" id="{3BC6B130-C7C8-9ACC-75F7-87F19DD8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056" y="5495544"/>
            <a:ext cx="914400" cy="9144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25DC80A9-50D4-379D-B100-E82AEC928AFB}"/>
              </a:ext>
            </a:extLst>
          </p:cNvPr>
          <p:cNvSpPr/>
          <p:nvPr/>
        </p:nvSpPr>
        <p:spPr>
          <a:xfrm>
            <a:off x="2496312" y="4344924"/>
            <a:ext cx="1719072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New Order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0F0AEE-C62E-CC51-0CF2-B17D918A5116}"/>
              </a:ext>
            </a:extLst>
          </p:cNvPr>
          <p:cNvSpPr/>
          <p:nvPr/>
        </p:nvSpPr>
        <p:spPr>
          <a:xfrm>
            <a:off x="7360920" y="4344924"/>
            <a:ext cx="1719072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an Order</a:t>
            </a:r>
          </a:p>
        </p:txBody>
      </p:sp>
    </p:spTree>
    <p:extLst>
      <p:ext uri="{BB962C8B-B14F-4D97-AF65-F5344CB8AC3E}">
        <p14:creationId xmlns:p14="http://schemas.microsoft.com/office/powerpoint/2010/main" val="3942236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23BC1-8F70-6B5B-2FC8-0DBC1E5B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</a:t>
            </a:r>
          </a:p>
        </p:txBody>
      </p:sp>
      <p:sp>
        <p:nvSpPr>
          <p:cNvPr id="4" name="Flowchart: Internal Storage 3">
            <a:extLst>
              <a:ext uri="{FF2B5EF4-FFF2-40B4-BE49-F238E27FC236}">
                <a16:creationId xmlns:a16="http://schemas.microsoft.com/office/drawing/2014/main" id="{8883D272-82D3-5586-AC20-7FF7E3A26C25}"/>
              </a:ext>
            </a:extLst>
          </p:cNvPr>
          <p:cNvSpPr/>
          <p:nvPr/>
        </p:nvSpPr>
        <p:spPr>
          <a:xfrm>
            <a:off x="594360" y="1609344"/>
            <a:ext cx="5056632" cy="4764024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93D8F-75F7-DF98-426C-0767C5E5A44A}"/>
              </a:ext>
            </a:extLst>
          </p:cNvPr>
          <p:cNvSpPr txBox="1"/>
          <p:nvPr/>
        </p:nvSpPr>
        <p:spPr>
          <a:xfrm>
            <a:off x="1399032" y="1690688"/>
            <a:ext cx="4032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Class Orders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7CEB8-25BF-647A-A42F-C16401F86A2D}"/>
              </a:ext>
            </a:extLst>
          </p:cNvPr>
          <p:cNvSpPr txBox="1"/>
          <p:nvPr/>
        </p:nvSpPr>
        <p:spPr>
          <a:xfrm>
            <a:off x="1298448" y="2350008"/>
            <a:ext cx="41970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Order ID (unique)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Submitter_Username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Date Submitted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Date Modified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Estimate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Order Status</a:t>
            </a:r>
          </a:p>
        </p:txBody>
      </p:sp>
      <p:sp>
        <p:nvSpPr>
          <p:cNvPr id="8" name="Flowchart: Internal Storage 7">
            <a:extLst>
              <a:ext uri="{FF2B5EF4-FFF2-40B4-BE49-F238E27FC236}">
                <a16:creationId xmlns:a16="http://schemas.microsoft.com/office/drawing/2014/main" id="{BE6A34FA-D531-D555-F253-9F4390AB8F7A}"/>
              </a:ext>
            </a:extLst>
          </p:cNvPr>
          <p:cNvSpPr/>
          <p:nvPr/>
        </p:nvSpPr>
        <p:spPr>
          <a:xfrm>
            <a:off x="6199632" y="1609344"/>
            <a:ext cx="5056632" cy="4764024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832B2B-90F9-BF7A-4085-14E3B6502670}"/>
              </a:ext>
            </a:extLst>
          </p:cNvPr>
          <p:cNvSpPr txBox="1"/>
          <p:nvPr/>
        </p:nvSpPr>
        <p:spPr>
          <a:xfrm>
            <a:off x="7205472" y="1755648"/>
            <a:ext cx="358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Class Labs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23B4C-4983-22D1-3B4D-B3EAD9D056F4}"/>
              </a:ext>
            </a:extLst>
          </p:cNvPr>
          <p:cNvSpPr txBox="1"/>
          <p:nvPr/>
        </p:nvSpPr>
        <p:spPr>
          <a:xfrm>
            <a:off x="7114032" y="2441448"/>
            <a:ext cx="3678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Lab_Name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Lab_Supervisor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Lab_ID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9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103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UML Class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Ashleigh Bibbler</dc:creator>
  <cp:lastModifiedBy>Ashleigh Bibbler</cp:lastModifiedBy>
  <cp:revision>1</cp:revision>
  <dcterms:created xsi:type="dcterms:W3CDTF">2026-09-11T23:43:03Z</dcterms:created>
  <dcterms:modified xsi:type="dcterms:W3CDTF">2026-09-12T00:11:11Z</dcterms:modified>
</cp:coreProperties>
</file>